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ih.gov.in/?utm_source=chatgpt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www.nmdc.co.in/?utm_source=chatgpt.com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365982"/>
            <a:ext cx="6008306" cy="4423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 </a:t>
            </a:r>
            <a:r>
              <a:rPr lang="en-US" b="1" u="sng" dirty="0">
                <a:latin typeface="Agency FB" panose="020B0503020202020204" pitchFamily="34" charset="0"/>
                <a:cs typeface="Arial" panose="020B0604020202020204" pitchFamily="34" charset="0"/>
              </a:rPr>
              <a:t>SIH26007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000" dirty="0">
                <a:latin typeface="Agency FB" panose="020B0503020202020204" pitchFamily="34" charset="0"/>
                <a:cs typeface="Arial" panose="020B0604020202020204" pitchFamily="34" charset="0"/>
              </a:rPr>
              <a:t>Safe and Efficient Operation of Mine Vehicles in Fog and Low Visibility Conditions in Open Cast Iron Ore Mines</a:t>
            </a:r>
            <a:endParaRPr lang="en-US" dirty="0">
              <a:latin typeface="Agency FB" panose="020B0503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000" dirty="0">
                <a:latin typeface="Agency FB" panose="020B0503020202020204" pitchFamily="34" charset="0"/>
              </a:rPr>
              <a:t>Smart Automation </a:t>
            </a:r>
            <a:endParaRPr lang="en-IN" dirty="0">
              <a:latin typeface="Agency FB" panose="020B0503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Category-  </a:t>
            </a:r>
            <a:r>
              <a:rPr lang="en-US" sz="2000" dirty="0">
                <a:latin typeface="Agency FB" panose="020B0503020202020204" pitchFamily="34" charset="0"/>
                <a:cs typeface="Arial" panose="020B0604020202020204" pitchFamily="34" charset="0"/>
              </a:rPr>
              <a:t>Hardware</a:t>
            </a:r>
            <a:endParaRPr lang="en-US" dirty="0">
              <a:latin typeface="Agency FB" panose="020B0503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  </a:t>
            </a:r>
            <a:r>
              <a:rPr lang="en-US" sz="2000" b="1" u="sng" dirty="0">
                <a:latin typeface="Agency FB" panose="020B0503020202020204" pitchFamily="34" charset="0"/>
                <a:cs typeface="Arial" panose="020B0604020202020204" pitchFamily="34" charset="0"/>
              </a:rPr>
              <a:t>Radar Rover</a:t>
            </a:r>
            <a:endParaRPr lang="en-IN" b="1" u="sng" dirty="0"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Radar Rovers</a:t>
            </a:r>
            <a:endParaRPr lang="en-IN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D7C90A-60C6-F077-807C-54BFEFC0B144}"/>
              </a:ext>
            </a:extLst>
          </p:cNvPr>
          <p:cNvSpPr txBox="1"/>
          <p:nvPr/>
        </p:nvSpPr>
        <p:spPr>
          <a:xfrm>
            <a:off x="629265" y="1143000"/>
            <a:ext cx="11218606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chemeClr val="tx2"/>
                </a:solidFill>
              </a:rPr>
              <a:t>Proposed Solution</a:t>
            </a:r>
          </a:p>
          <a:p>
            <a:r>
              <a:rPr lang="en-IN" b="1" dirty="0">
                <a:solidFill>
                  <a:schemeClr val="tx2"/>
                </a:solidFill>
              </a:rPr>
              <a:t>   FORESIGHT</a:t>
            </a:r>
            <a:r>
              <a:rPr lang="en-IN" dirty="0">
                <a:solidFill>
                  <a:schemeClr val="tx2"/>
                </a:solidFill>
              </a:rPr>
              <a:t> is an intelligent safety layer for mine vehicles, designed for </a:t>
            </a:r>
            <a:r>
              <a:rPr lang="en-IN" b="1" dirty="0">
                <a:solidFill>
                  <a:schemeClr val="tx2"/>
                </a:solidFill>
              </a:rPr>
              <a:t>fog and low-visibility conditions</a:t>
            </a:r>
            <a:r>
              <a:rPr lang="en-IN" dirty="0">
                <a:solidFill>
                  <a:schemeClr val="tx2"/>
                </a:solidFill>
              </a:rPr>
              <a:t>.</a:t>
            </a:r>
          </a:p>
          <a:p>
            <a:pPr>
              <a:buNone/>
            </a:pPr>
            <a:r>
              <a:rPr lang="en-IN" sz="2000" b="1" u="sng" dirty="0"/>
              <a:t>How it Works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Multi-Sensors</a:t>
            </a:r>
            <a:r>
              <a:rPr lang="en-IN" dirty="0"/>
              <a:t> detect vehicles, obstacles &amp; hazards.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AI Detection</a:t>
            </a:r>
            <a:r>
              <a:rPr lang="en-IN" dirty="0"/>
              <a:t> identifies collision risks in real time.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Vehicle Tracking</a:t>
            </a:r>
            <a:r>
              <a:rPr lang="en-IN" dirty="0"/>
              <a:t> monitors nearby vehicle movement.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Proximity Zones</a:t>
            </a:r>
            <a:r>
              <a:rPr lang="en-IN" dirty="0"/>
              <a:t> trigger early danger warnings.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Driver Alerts</a:t>
            </a:r>
            <a:r>
              <a:rPr lang="en-IN" dirty="0"/>
              <a:t> provide visual &amp; audio warnings.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Central Monitoring</a:t>
            </a:r>
            <a:r>
              <a:rPr lang="en-IN" dirty="0"/>
              <a:t> tracks overall vehicle safety. </a:t>
            </a:r>
          </a:p>
          <a:p>
            <a:pPr>
              <a:buNone/>
            </a:pPr>
            <a:r>
              <a:rPr lang="en-IN" sz="2000" b="1" u="sng" dirty="0"/>
              <a:t>How it Addresses the Problem</a:t>
            </a:r>
          </a:p>
          <a:p>
            <a:pPr>
              <a:buNone/>
            </a:pPr>
            <a:r>
              <a:rPr lang="en-IN" b="1" dirty="0"/>
              <a:t>DETECT → ANALYSE → WARN → PREVENT</a:t>
            </a:r>
            <a:endParaRPr lang="en-IN" dirty="0"/>
          </a:p>
          <a:p>
            <a:pPr>
              <a:buNone/>
            </a:pPr>
            <a:r>
              <a:rPr lang="en-IN" dirty="0"/>
              <a:t>Provides </a:t>
            </a:r>
            <a:r>
              <a:rPr lang="en-IN" b="1" dirty="0"/>
              <a:t>real-time safety awareness</a:t>
            </a:r>
            <a:r>
              <a:rPr lang="en-IN" dirty="0"/>
              <a:t> when human visibility is limited.</a:t>
            </a:r>
          </a:p>
          <a:p>
            <a:pPr>
              <a:buNone/>
            </a:pPr>
            <a:r>
              <a:rPr lang="en-IN" sz="2000" b="1" u="sng" dirty="0"/>
              <a:t>Innovation &amp; Uniqueness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Built for </a:t>
            </a:r>
            <a:r>
              <a:rPr lang="en-IN" b="1" dirty="0"/>
              <a:t>open-cast mining conditions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Combines </a:t>
            </a:r>
            <a:r>
              <a:rPr lang="en-IN" b="1" dirty="0"/>
              <a:t>AI + Sensors + Tracking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Enables </a:t>
            </a:r>
            <a:r>
              <a:rPr lang="en-IN" b="1" dirty="0"/>
              <a:t>real-time risk assessment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Creates a </a:t>
            </a:r>
            <a:r>
              <a:rPr lang="en-IN" b="1" dirty="0"/>
              <a:t>360° safety zone</a:t>
            </a:r>
            <a:r>
              <a:rPr lang="en-IN" dirty="0"/>
              <a:t> around vehicles.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678250"/>
            <a:ext cx="938530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000" b="1" dirty="0"/>
              <a:t>AI/ML + Computer Vision</a:t>
            </a:r>
            <a:r>
              <a:rPr lang="en-IN" sz="2000" dirty="0"/>
              <a:t>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000" b="1" dirty="0"/>
              <a:t>LiDAR / Radar + Cameras</a:t>
            </a:r>
            <a:r>
              <a:rPr lang="en-IN" sz="2000" dirty="0"/>
              <a:t>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000" b="1" dirty="0"/>
              <a:t>GPS/DGPS Tracking</a:t>
            </a:r>
            <a:r>
              <a:rPr lang="en-IN" sz="2000" dirty="0"/>
              <a:t>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000" b="1" dirty="0"/>
              <a:t>Sensor Fusion</a:t>
            </a:r>
            <a:r>
              <a:rPr lang="en-IN" sz="2000" dirty="0"/>
              <a:t>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000" b="1" dirty="0"/>
              <a:t>Real-time Risk Analysis</a:t>
            </a:r>
            <a:r>
              <a:rPr lang="en-IN" sz="2000" dirty="0"/>
              <a:t>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000" b="1" dirty="0"/>
              <a:t>Audio + Visual Alerts</a:t>
            </a:r>
            <a:r>
              <a:rPr lang="en-IN" sz="2000" dirty="0"/>
              <a:t>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000" b="1" dirty="0"/>
              <a:t>Sensors → AI → Risk Detection → Alert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IN" sz="2000" b="1" dirty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IN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F59D760A-C945-3653-4EAA-F589EDA3A92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33012" y="238362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Radar Rovers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8DF28B-1BEE-C3AC-1869-DF3E303A3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3904" y="4014000"/>
            <a:ext cx="2596147" cy="2218894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8EB8DE-6A19-C35F-2B2E-D8C8F8EF6D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6272" y="1252290"/>
            <a:ext cx="4663466" cy="4895878"/>
          </a:xfrm>
          <a:prstGeom prst="rect">
            <a:avLst/>
          </a:prstGeom>
          <a:ln w="5715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599589"/>
            <a:ext cx="9385300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800" b="1" dirty="0"/>
              <a:t>Feasible because:</a:t>
            </a:r>
            <a:endParaRPr lang="en-IN" sz="2800" dirty="0"/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800" dirty="0"/>
              <a:t>Uses available sensors &amp; computing hardware.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800" dirty="0"/>
              <a:t>Edge processing enables quick alerts.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800" dirty="0"/>
              <a:t>Modular and upgradeable design.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800" b="1" dirty="0"/>
              <a:t>Challenges → Solutions</a:t>
            </a:r>
            <a:endParaRPr lang="en-IN" sz="2800" dirty="0"/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800" dirty="0"/>
              <a:t>Fog/Dust → Sensor Fusion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800" dirty="0"/>
              <a:t>False alerts → AI Filtering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800" dirty="0"/>
              <a:t>Harsh conditions → Rugged Hardware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800" dirty="0"/>
              <a:t>Network issues → Local Processing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2C770443-138D-B8B4-A437-276D57C21A2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Radar Rovers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874728"/>
            <a:ext cx="9385300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/>
            <a:r>
              <a:rPr lang="en-IN" sz="2800" dirty="0"/>
              <a:t>🛡️ </a:t>
            </a:r>
            <a:r>
              <a:rPr lang="en-IN" sz="2800" b="1" dirty="0"/>
              <a:t>Improved mine safety</a:t>
            </a:r>
            <a:r>
              <a:rPr lang="en-IN" sz="2800" dirty="0"/>
              <a:t> </a:t>
            </a:r>
          </a:p>
          <a:p>
            <a:pPr lvl="0"/>
            <a:r>
              <a:rPr lang="en-IN" sz="2800" dirty="0"/>
              <a:t>🚛 </a:t>
            </a:r>
            <a:r>
              <a:rPr lang="en-IN" sz="2800" b="1" dirty="0"/>
              <a:t>Safer vehicle movement</a:t>
            </a:r>
            <a:r>
              <a:rPr lang="en-IN" sz="2800" dirty="0"/>
              <a:t> </a:t>
            </a:r>
          </a:p>
          <a:p>
            <a:pPr lvl="0"/>
            <a:r>
              <a:rPr lang="en-IN" sz="2800" dirty="0"/>
              <a:t>⚠️ </a:t>
            </a:r>
            <a:r>
              <a:rPr lang="en-IN" sz="2800" b="1" dirty="0"/>
              <a:t>Early collision warnings</a:t>
            </a:r>
            <a:r>
              <a:rPr lang="en-IN" sz="2800" dirty="0"/>
              <a:t> </a:t>
            </a:r>
          </a:p>
          <a:p>
            <a:pPr lvl="0"/>
            <a:r>
              <a:rPr lang="en-IN" sz="2800" dirty="0"/>
              <a:t>👁️ </a:t>
            </a:r>
            <a:r>
              <a:rPr lang="en-IN" sz="2800" b="1" dirty="0"/>
              <a:t>Better operator awareness</a:t>
            </a:r>
            <a:r>
              <a:rPr lang="en-IN" sz="2800" dirty="0"/>
              <a:t> </a:t>
            </a:r>
          </a:p>
          <a:p>
            <a:pPr lvl="0"/>
            <a:r>
              <a:rPr lang="en-IN" sz="2800" dirty="0"/>
              <a:t>📊 </a:t>
            </a:r>
            <a:r>
              <a:rPr lang="en-IN" sz="2800" b="1" dirty="0"/>
              <a:t>Real-time monitoring</a:t>
            </a:r>
            <a:r>
              <a:rPr lang="en-IN" sz="2800" dirty="0"/>
              <a:t> </a:t>
            </a:r>
          </a:p>
          <a:p>
            <a:pPr lvl="0"/>
            <a:r>
              <a:rPr lang="en-IN" sz="2800" dirty="0"/>
              <a:t>💰 </a:t>
            </a:r>
            <a:r>
              <a:rPr lang="en-IN" sz="2800" b="1" dirty="0"/>
              <a:t>Reduced accident-related losses</a:t>
            </a:r>
            <a:r>
              <a:rPr lang="en-IN" sz="2800" dirty="0"/>
              <a:t> </a:t>
            </a:r>
          </a:p>
          <a:p>
            <a:r>
              <a:rPr lang="en-IN" sz="2800" b="1" dirty="0"/>
              <a:t>FORESIGHT: Detect Earlier. Warn Faster. Operate Safer.</a:t>
            </a:r>
            <a:endParaRPr lang="en-IN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988D0628-4EDE-5340-9A03-480B7CF5079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Radar Rovers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352520"/>
            <a:ext cx="9385300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800" dirty="0"/>
              <a:t>Smart India Hackathon 2026 — </a:t>
            </a:r>
            <a:r>
              <a:rPr lang="en-IN" sz="2800" b="1" dirty="0"/>
              <a:t>SIH26007</a:t>
            </a:r>
            <a:r>
              <a:rPr lang="en-IN" sz="2800" dirty="0"/>
              <a:t>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800" dirty="0"/>
              <a:t>NMDC mining operations &amp; safety research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800" dirty="0"/>
              <a:t>AI-based object detection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800" dirty="0"/>
              <a:t>LiDAR/Radar obstacle detection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800" dirty="0"/>
              <a:t>GPS/DGPS vehicle tracking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800" dirty="0"/>
              <a:t>Sensor fusion &amp; collision avoidance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800" b="1" dirty="0"/>
              <a:t>References:</a:t>
            </a:r>
            <a:br>
              <a:rPr lang="en-IN" sz="2800" dirty="0"/>
            </a:br>
            <a:r>
              <a:rPr lang="en-IN" sz="2800" dirty="0">
                <a:hlinkClick r:id="rId3"/>
              </a:rPr>
              <a:t>Smart India Hackathon</a:t>
            </a:r>
            <a:br>
              <a:rPr lang="en-IN" sz="2800" dirty="0"/>
            </a:br>
            <a:r>
              <a:rPr lang="en-IN" sz="2800" dirty="0">
                <a:hlinkClick r:id="rId4"/>
              </a:rPr>
              <a:t>NMDC</a:t>
            </a:r>
            <a:endParaRPr lang="en-IN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F8F2180D-68E2-E55E-5095-CFAF893A8AA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Radar Rovers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7536</TotalTime>
  <Words>522</Words>
  <Application>Microsoft Office PowerPoint</Application>
  <PresentationFormat>Widescreen</PresentationFormat>
  <Paragraphs>95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ＭＳ Ｐゴシック</vt:lpstr>
      <vt:lpstr>Agency FB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trusha.modi2511@outlook.com</cp:lastModifiedBy>
  <cp:revision>149</cp:revision>
  <dcterms:created xsi:type="dcterms:W3CDTF">2013-12-12T18:46:50Z</dcterms:created>
  <dcterms:modified xsi:type="dcterms:W3CDTF">2026-09-10T08:16:55Z</dcterms:modified>
  <cp:category/>
</cp:coreProperties>
</file>